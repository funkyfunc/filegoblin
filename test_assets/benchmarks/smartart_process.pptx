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diagrams/data1.xml" ContentType="application/vnd.openxmlformats-officedocument.drawingml.diagramData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diagrams/data1.xml><?xml version="1.0" encoding="utf-8"?>
<dgm:dataModel xmlns:dgm="http://schemas.openxmlformats.org/drawingml/2006/diagram" xmlns:a="http://schemas.openxmlformats.org/drawingml/2006/main">
  <dgm:ptLst>
    <dgm:pt modelId="0" type="doc"/>
    <dgm:pt modelId="1" type="node">
      <dgm:t>Phase 1: Research</dgm:t>
    </dgm:pt>
    <dgm:pt modelId="2" type="node">
      <dgm:t>Phase 2: Prototype</dgm:t>
    </dgm:pt>
    <dgm:pt modelId="3" type="node">
      <dgm:t>Phase 3: Production</dgm:t>
    </dgm:pt>
    <dgm:pt modelId="11" type="sibTrans"/>
    <dgm:pt modelId="12" type="sibTrans"/>
  </dgm:ptLst>
  <dgm:cxnLst>
    <dgm:cxn modelId="20" type="parOf" srcId="0" destId="1"/>
    <dgm:cxn modelId="21" type="parOf" srcId="0" destId="2"/>
    <dgm:cxn modelId="22" type="parOf" srcId="0" destId="3"/>
    <dgm:cxn modelId="23" type="sibTrans" srcId="1" destId="11"/>
    <dgm:cxn modelId="24" type="sibTrans" srcId="11" destId="2"/>
    <dgm:cxn modelId="25" type="sibTrans" srcId="2" destId="12"/>
    <dgm:cxn modelId="26" type="sibTrans" srcId="12" destId="3"/>
  </dgm:cxnLst>
</dgm:dataModel>
</file>

<file path=ppt/slides/_rels/slide1.xml.rels><?xml version="1.0" encoding="UTF-8" standalone="yes"?>
<Relationships xmlns="http://schemas.openxmlformats.org/package/2006/relationships">
  <Relationship Id="rIdDgm1" Type="http://schemas.openxmlformats.org/officeDocument/2006/relationships/diagramData" Target="../diagrams/data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SmartArt 1"/>
          <p:cNvGraphicFramePr/>
          <p:nvPr/>
        </p:nvGraphicFramePr>
        <a:graphic>
          <a:graphicData uri="http://schemas.openxmlformats.org/drawingml/2006/diagram">
            <dgm:relIds xmlns:dgm="http://schemas.openxmlformats.org/drawingml/2006/diagram" r:dm="rIdDgm1"/>
          </a:graphicData>
        </a:graphic>
      </p:graphicFrame>
    </p:spTree>
  </p:cSld>
</p:sld>
</file>