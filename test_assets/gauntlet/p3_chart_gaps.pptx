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Quarterly Metrics With Gaps</a:t>
            </a:r>
          </a:p>
        </c:rich>
      </c:tx>
    </c:title>
    <c:plotArea>
      <c:barChart>
        <c:barDir val="col"/>
        <c:ser>
          <c:idx val="0"/>
          <c:order val="0"/>
          <c:tx>
            <c:strRef>
              <c:strCache>
                <c:pt count="1">
                  <c:v>Throughput</c:v>
                </c:pt>
              </c:strCache>
            </c:strRef>
          </c:tx>
          <c:cat>
            <c:strRef>
              <c:strCache>
                <c:ptCount val="3"/>
                <c:pt idx="0">
                  <c:v>Q1_NORMAL</c:v>
                </c:pt>
                <c:pt idx="1">
                  <c:v>Q2_MISSING_VAL</c:v>
                </c:pt>
                <c:pt idx="2">
                  <c:v>Q3_NORMAL</c:v>
                </c:pt>
              </c:strCache>
            </c:strRef>
          </c:cat>
          <c:val>
            <c:numRef>
              <c:numCache>
                <c:ptCount val="2"/>
                <c:pt idx="0">
                  <c:v>100.5</c:v>
                </c:pt>
                <c:pt idx="2">
                  <c:v>300.5</c:v>
                </c:pt>
              </c:numCache>
            </c:numRef>
          </c:val>
        </c:ser>
      </c:barChart>
    </c:plotArea>
  </c:chart>
</c:chartSpace>
</file>

<file path=ppt/slides/_rels/slide1.xml.rels><?xml version="1.0" encoding="UTF-8" standalone="yes"?>
<Relationships xmlns="http://schemas.openxmlformats.org/package/2006/relationships">
  <Relationship Id="rIdChart1" Type="http://schemas.openxmlformats.org/officeDocument/2006/relationships/chart" Target="../charts/char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Chart 1"/>
          <p:cNvGraphicFramePr/>
          <p:nvPr/>
        </p:nvGraphicFramePr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</p:spTree>
  </p:cSld>
</p:sld>
</file>