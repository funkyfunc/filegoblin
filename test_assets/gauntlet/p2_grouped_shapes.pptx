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grpSp>
        <p:nvGrpSpPr>
          <p:cNvPr id="10" name="Group 1"/>
          <p:cNvGrpSpPr/>
          <p:nvPr/>
        </p:nvGrpSpPr>
        <p:grpSpPr/>
        <p:sp>
          <p:nvSpPr>
            <p:cNvPr id="11" name="Nested 1"/>
            <p:cNvSpPr/>
            <p:nvPr/>
          </p:nvSpPr>
          <p:txBody>
            <a:bodyPr/>
            <a:p>
              <a:r>
                <a:t>CANARY_GROUPED_SHAPE_TEXT_ALPHA</a:t>
              </a:r>
            </a:p>
          </p:txBody>
        </p:sp>
        <p:sp>
          <p:nvSpPr>
            <p:cNvPr id="12" name="Nested 2"/>
            <p:cNvSpPr/>
            <p:nvPr/>
          </p:nvSpPr>
          <p:txBody>
            <a:bodyPr/>
            <a:p>
              <a:r>
                <a:t>CANARY_GROUPED_SHAPE_TEXT_BETA</a:t>
              </a:r>
            </a:p>
          </p:txBody>
        </p:sp>
      </p:grpSp>
    </p:spTree>
  </p:cSld>
</p:sld>
</file>