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!-- Shape 101 -->
      <p:sp>
        <p:nvSpPr>
          <p:cNvPr id="101" name="Box 1"/>
          <p:cNvSpPr/>
          <p:nvPr/>
        </p:nvSpPr>
        <p:txBody>
          <a:bodyPr/>
          <a:p>
            <a:r>
              <a:t>Ingest Input</a:t>
            </a:r>
          </a:p>
        </p:txBody>
      </p:sp>
      <!-- Shape 102 -->
      <p:sp>
        <p:nvSpPr>
          <p:cNvPr id="102" name="Box 2"/>
          <p:cNvSpPr/>
          <p:nvPr/>
        </p:nvSpPr>
        <p:txBody>
          <a:bodyPr/>
          <a:p>
            <a:r>
              <a:t>Validate Schema</a:t>
            </a:r>
          </a:p>
        </p:txBody>
      </p:sp>
      <!-- Shape 103 -->
      <p:sp>
        <p:nvSpPr>
          <p:cNvPr id="103" name="Box 3"/>
          <p:cNvSpPr/>
          <p:nvPr/>
        </p:nvSpPr>
        <p:txBody>
          <a:bodyPr/>
          <a:p>
            <a:r>
              <a:t>Store Record</a:t>
            </a:r>
          </a:p>
        </p:txBody>
      </p:sp>
      <!-- Connector 201: 101 -> 102 -->
      <p:cxnSp>
        <p:nvCxnSpPr>
          <p:cNvPr id="201" name="Connector 1"/>
          <p:cNvCxnSpPr>
            <a:stCxn id="101" idx="3"/>
            <a:endCxn id="102" idx="1"/>
          </p:cNvCxnSpPr>
        </p:nvCxnSpPr>
        <p:spPr>
          <a:ln w="19050">
            <a:headEnd type="none"/>
            <a:tailEnd type="none"/>
            <a:headEnd type="triangle"/>
          </a:ln>
        </p:spPr>
      </p:cxnSp>
      <!-- Connector 202: 102 -> 103 (dashed) -->
      <p:cxnSp>
        <p:nvCxnSpPr>
          <p:cNvPr id="202" name="Connector 2"/>
          <p:cNvCxnSpPr>
            <a:stCxn id="102" idx="3"/>
            <a:endCxn id="103" idx="1"/>
          </p:cNvCxnSpPr>
        </p:nvCxnSpPr>
        <p:spPr>
          <a:ln w="19050">
            <a:prstDash val="dash"/>
            <a:headEnd type="triangle"/>
          </a:ln>
        </p:spPr>
      </p:cxnSp>
    </p:spTree>
  </p:cSld>
</p:sld>
</file>